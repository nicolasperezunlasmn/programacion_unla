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945C2-51AD-4E54-9562-825F9D51128F}" v="12" dt="2024-08-12T13:57:46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72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ransition spd="slow">
    <p:fade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b/s!AgB0dw0E7wKakMwjjYVrhhhkwm13VQ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/>
          <a:lstStyle/>
          <a:p>
            <a:pPr marL="0" indent="0" algn="just">
              <a:buNone/>
            </a:pPr>
            <a:r>
              <a:rPr lang="es-AR" dirty="0"/>
              <a:t>Primero hemos trabajado con un único dato de un único tipo, por ejemplo </a:t>
            </a:r>
            <a:r>
              <a:rPr lang="es-AR" dirty="0" err="1"/>
              <a:t>int</a:t>
            </a:r>
            <a:r>
              <a:rPr lang="es-AR" dirty="0"/>
              <a:t>, </a:t>
            </a:r>
            <a:r>
              <a:rPr lang="es-AR" dirty="0" err="1"/>
              <a:t>float</a:t>
            </a:r>
            <a:r>
              <a:rPr lang="es-AR" dirty="0"/>
              <a:t>, doble, </a:t>
            </a:r>
            <a:r>
              <a:rPr lang="es-AR" dirty="0" err="1"/>
              <a:t>char</a:t>
            </a:r>
            <a:r>
              <a:rPr lang="es-AR" dirty="0"/>
              <a:t>. </a:t>
            </a:r>
          </a:p>
          <a:p>
            <a:pPr marL="0" indent="0" algn="just">
              <a:buNone/>
            </a:pPr>
            <a:r>
              <a:rPr lang="es-AR" dirty="0"/>
              <a:t>Luego trabajamos con varios datos de un mismo tipo, es decir arreglos, </a:t>
            </a:r>
            <a:r>
              <a:rPr lang="es-AR" dirty="0" err="1"/>
              <a:t>char</a:t>
            </a:r>
            <a:r>
              <a:rPr lang="es-AR" dirty="0"/>
              <a:t>[], </a:t>
            </a:r>
            <a:r>
              <a:rPr lang="es-AR" dirty="0" err="1"/>
              <a:t>int</a:t>
            </a:r>
            <a:r>
              <a:rPr lang="es-AR" dirty="0"/>
              <a:t>[], etc.</a:t>
            </a:r>
          </a:p>
          <a:p>
            <a:pPr marL="0" indent="0" algn="just">
              <a:buNone/>
            </a:pPr>
            <a:r>
              <a:rPr lang="es-AR" dirty="0"/>
              <a:t>Ahora trabajaremos con varios datos de varios tipos, eso se define como Estructura, en C </a:t>
            </a:r>
            <a:r>
              <a:rPr lang="es-AR" dirty="0" err="1"/>
              <a:t>struct</a:t>
            </a:r>
            <a:r>
              <a:rPr lang="es-AR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El formato de la </a:t>
            </a:r>
            <a:r>
              <a:rPr lang="es-AR" dirty="0" err="1"/>
              <a:t>declaracion</a:t>
            </a:r>
            <a:r>
              <a:rPr lang="es-AR" dirty="0"/>
              <a:t> es: </a:t>
            </a:r>
          </a:p>
          <a:p>
            <a:endParaRPr lang="es-AR" dirty="0"/>
          </a:p>
          <a:p>
            <a:r>
              <a:rPr lang="es-AR" dirty="0"/>
              <a:t>//Se lo debe declarar de forma global. </a:t>
            </a:r>
          </a:p>
          <a:p>
            <a:endParaRPr lang="es-AR" dirty="0"/>
          </a:p>
          <a:p>
            <a:endParaRPr lang="es-AR" dirty="0"/>
          </a:p>
          <a:p>
            <a:r>
              <a:rPr lang="es-AR" dirty="0" err="1"/>
              <a:t>struct</a:t>
            </a:r>
            <a:r>
              <a:rPr lang="es-AR" dirty="0"/>
              <a:t> &lt;</a:t>
            </a:r>
            <a:r>
              <a:rPr lang="es-AR" dirty="0" err="1"/>
              <a:t>nombre_de_la_estructura</a:t>
            </a:r>
            <a:r>
              <a:rPr lang="es-AR" dirty="0"/>
              <a:t>&gt; </a:t>
            </a:r>
          </a:p>
          <a:p>
            <a:r>
              <a:rPr lang="es-AR" dirty="0"/>
              <a:t>{ </a:t>
            </a:r>
          </a:p>
          <a:p>
            <a:r>
              <a:rPr lang="es-AR" dirty="0"/>
              <a:t>&lt;</a:t>
            </a:r>
            <a:r>
              <a:rPr lang="es-AR" dirty="0" err="1"/>
              <a:t>tipo_variable</a:t>
            </a:r>
            <a:r>
              <a:rPr lang="es-AR" dirty="0"/>
              <a:t>&gt; &lt;</a:t>
            </a:r>
            <a:r>
              <a:rPr lang="es-AR" dirty="0" err="1"/>
              <a:t>nombre_variable</a:t>
            </a:r>
            <a:r>
              <a:rPr lang="es-AR" dirty="0"/>
              <a:t>&gt; ; </a:t>
            </a:r>
          </a:p>
          <a:p>
            <a:r>
              <a:rPr lang="es-AR" dirty="0"/>
              <a:t>&lt;</a:t>
            </a:r>
            <a:r>
              <a:rPr lang="es-AR" dirty="0" err="1"/>
              <a:t>tipo_variable</a:t>
            </a:r>
            <a:r>
              <a:rPr lang="es-AR" dirty="0"/>
              <a:t>&gt; &lt;</a:t>
            </a:r>
            <a:r>
              <a:rPr lang="es-AR" dirty="0" err="1"/>
              <a:t>nombre_variable</a:t>
            </a:r>
            <a:r>
              <a:rPr lang="es-AR" dirty="0"/>
              <a:t>&gt; ; </a:t>
            </a:r>
          </a:p>
          <a:p>
            <a:r>
              <a:rPr lang="es-AR" dirty="0"/>
              <a:t>... </a:t>
            </a:r>
          </a:p>
          <a:p>
            <a:r>
              <a:rPr lang="es-AR" dirty="0"/>
              <a:t>&lt;</a:t>
            </a:r>
            <a:r>
              <a:rPr lang="es-AR" dirty="0" err="1"/>
              <a:t>tipo_variable</a:t>
            </a:r>
            <a:r>
              <a:rPr lang="es-AR" dirty="0"/>
              <a:t>&gt; &lt;</a:t>
            </a:r>
            <a:r>
              <a:rPr lang="es-AR" dirty="0" err="1"/>
              <a:t>nombre_variable</a:t>
            </a:r>
            <a:r>
              <a:rPr lang="es-AR" dirty="0"/>
              <a:t>&gt; ; </a:t>
            </a:r>
          </a:p>
          <a:p>
            <a:r>
              <a:rPr lang="es-AR" dirty="0"/>
              <a:t>};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¿Qué son?             ¿Cómo se </a:t>
            </a:r>
            <a:r>
              <a:rPr lang="es-ES" sz="4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declarán</a:t>
            </a:r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350700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57719"/>
            <a:ext cx="5410200" cy="4024125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&lt;…&gt;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/>
              <a:t>//Global</a:t>
            </a:r>
          </a:p>
          <a:p>
            <a:pPr marL="0" indent="0" algn="just">
              <a:buNone/>
            </a:pPr>
            <a:r>
              <a:rPr lang="es-AR" dirty="0" err="1"/>
              <a:t>struct</a:t>
            </a:r>
            <a:r>
              <a:rPr lang="es-AR" dirty="0"/>
              <a:t>  Libro{</a:t>
            </a:r>
          </a:p>
          <a:p>
            <a:pPr marL="0" indent="0" algn="just">
              <a:buNone/>
            </a:pPr>
            <a:r>
              <a:rPr lang="es-AR" dirty="0"/>
              <a:t>	</a:t>
            </a:r>
            <a:r>
              <a:rPr lang="es-AR" dirty="0" err="1"/>
              <a:t>char</a:t>
            </a:r>
            <a:r>
              <a:rPr lang="es-AR" dirty="0"/>
              <a:t> nombre[100];</a:t>
            </a:r>
          </a:p>
          <a:p>
            <a:pPr marL="0" indent="0" algn="just">
              <a:buNone/>
            </a:pPr>
            <a:r>
              <a:rPr lang="es-AR" dirty="0"/>
              <a:t>	</a:t>
            </a:r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nroHojas</a:t>
            </a:r>
            <a:r>
              <a:rPr lang="es-AR" dirty="0"/>
              <a:t>;</a:t>
            </a:r>
          </a:p>
          <a:p>
            <a:pPr marL="0" indent="0" algn="just">
              <a:buNone/>
            </a:pPr>
            <a:r>
              <a:rPr lang="es-AR" dirty="0"/>
              <a:t>}</a:t>
            </a:r>
          </a:p>
          <a:p>
            <a:pPr marL="0" indent="0" algn="just">
              <a:buNone/>
            </a:pPr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main</a:t>
            </a:r>
            <a:r>
              <a:rPr lang="es-AR" dirty="0"/>
              <a:t>(){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/>
              <a:t>	</a:t>
            </a:r>
            <a:r>
              <a:rPr lang="es-AR" dirty="0" err="1"/>
              <a:t>struct</a:t>
            </a:r>
            <a:r>
              <a:rPr lang="es-AR" dirty="0"/>
              <a:t> Libro libro1;</a:t>
            </a:r>
          </a:p>
          <a:p>
            <a:pPr marL="0" indent="0" algn="just">
              <a:buNone/>
            </a:pPr>
            <a:r>
              <a:rPr lang="es-AR" dirty="0"/>
              <a:t>	</a:t>
            </a:r>
            <a:r>
              <a:rPr lang="es-AR" dirty="0" err="1"/>
              <a:t>strcpy</a:t>
            </a:r>
            <a:r>
              <a:rPr lang="es-AR" dirty="0"/>
              <a:t>(libro1.nombre, “Las 1001 noches”);</a:t>
            </a:r>
          </a:p>
          <a:p>
            <a:pPr marL="0" indent="0" algn="just">
              <a:buNone/>
            </a:pPr>
            <a:r>
              <a:rPr lang="es-AR" dirty="0"/>
              <a:t>	libro1.nroHojas = 200;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 err="1"/>
              <a:t>return</a:t>
            </a:r>
            <a:r>
              <a:rPr lang="es-AR" dirty="0"/>
              <a:t> o;}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un ejemplo simple?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60CD48-E26A-46DB-B2A5-5EADDABFB24F}"/>
              </a:ext>
            </a:extLst>
          </p:cNvPr>
          <p:cNvSpPr/>
          <p:nvPr/>
        </p:nvSpPr>
        <p:spPr>
          <a:xfrm>
            <a:off x="6013142" y="245771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&lt;…&gt;</a:t>
            </a:r>
          </a:p>
          <a:p>
            <a:endParaRPr lang="es-AR" dirty="0"/>
          </a:p>
          <a:p>
            <a:r>
              <a:rPr lang="es-AR" dirty="0"/>
              <a:t>//Global</a:t>
            </a:r>
          </a:p>
          <a:p>
            <a:r>
              <a:rPr lang="es-AR" dirty="0" err="1"/>
              <a:t>struct</a:t>
            </a:r>
            <a:r>
              <a:rPr lang="es-AR" dirty="0"/>
              <a:t>  Libro{</a:t>
            </a:r>
          </a:p>
          <a:p>
            <a:r>
              <a:rPr lang="es-AR" dirty="0"/>
              <a:t>	</a:t>
            </a:r>
            <a:r>
              <a:rPr lang="es-AR" dirty="0" err="1"/>
              <a:t>char</a:t>
            </a:r>
            <a:r>
              <a:rPr lang="es-AR" dirty="0"/>
              <a:t> nombre[100];</a:t>
            </a:r>
          </a:p>
          <a:p>
            <a:r>
              <a:rPr lang="es-AR" dirty="0"/>
              <a:t>	</a:t>
            </a:r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nroHojas</a:t>
            </a:r>
            <a:r>
              <a:rPr lang="es-AR" dirty="0"/>
              <a:t>;</a:t>
            </a:r>
          </a:p>
          <a:p>
            <a:r>
              <a:rPr lang="es-AR" dirty="0"/>
              <a:t>}</a:t>
            </a:r>
          </a:p>
          <a:p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main</a:t>
            </a:r>
            <a:r>
              <a:rPr lang="es-AR" dirty="0"/>
              <a:t>(){ //Muchos libros, array</a:t>
            </a:r>
          </a:p>
          <a:p>
            <a:endParaRPr lang="es-AR" dirty="0"/>
          </a:p>
          <a:p>
            <a:r>
              <a:rPr lang="es-AR" dirty="0"/>
              <a:t>	</a:t>
            </a:r>
            <a:r>
              <a:rPr lang="es-AR" dirty="0" err="1"/>
              <a:t>struct</a:t>
            </a:r>
            <a:r>
              <a:rPr lang="es-AR" dirty="0"/>
              <a:t> Libro libros[3];</a:t>
            </a:r>
          </a:p>
          <a:p>
            <a:r>
              <a:rPr lang="es-AR" dirty="0"/>
              <a:t>	</a:t>
            </a:r>
            <a:r>
              <a:rPr lang="es-AR" dirty="0" err="1"/>
              <a:t>for</a:t>
            </a:r>
            <a:r>
              <a:rPr lang="es-AR" dirty="0"/>
              <a:t>(</a:t>
            </a:r>
            <a:r>
              <a:rPr lang="es-AR" dirty="0" err="1"/>
              <a:t>int</a:t>
            </a:r>
            <a:r>
              <a:rPr lang="es-AR" dirty="0"/>
              <a:t> i = 0; i&lt;3; i++){</a:t>
            </a:r>
          </a:p>
          <a:p>
            <a:r>
              <a:rPr lang="es-AR" dirty="0"/>
              <a:t>	//</a:t>
            </a:r>
            <a:r>
              <a:rPr lang="es-AR" dirty="0" err="1"/>
              <a:t>printf</a:t>
            </a:r>
            <a:r>
              <a:rPr lang="es-AR" dirty="0"/>
              <a:t>, </a:t>
            </a:r>
            <a:r>
              <a:rPr lang="es-AR" dirty="0" err="1"/>
              <a:t>gets</a:t>
            </a:r>
            <a:r>
              <a:rPr lang="es-AR" dirty="0"/>
              <a:t>, </a:t>
            </a:r>
            <a:r>
              <a:rPr lang="es-AR" dirty="0" err="1"/>
              <a:t>aux</a:t>
            </a:r>
            <a:r>
              <a:rPr lang="es-AR" dirty="0"/>
              <a:t> de cada variable.</a:t>
            </a:r>
          </a:p>
          <a:p>
            <a:r>
              <a:rPr lang="es-AR" dirty="0"/>
              <a:t>	}</a:t>
            </a:r>
          </a:p>
          <a:p>
            <a:r>
              <a:rPr lang="es-AR" dirty="0" err="1"/>
              <a:t>return</a:t>
            </a:r>
            <a:r>
              <a:rPr lang="es-AR" dirty="0"/>
              <a:t> o;}</a:t>
            </a:r>
          </a:p>
        </p:txBody>
      </p:sp>
    </p:spTree>
    <p:extLst>
      <p:ext uri="{BB962C8B-B14F-4D97-AF65-F5344CB8AC3E}">
        <p14:creationId xmlns:p14="http://schemas.microsoft.com/office/powerpoint/2010/main" val="1225214396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Funciones con vectores de estructuras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050D2C-3FF6-4488-A221-1F62E48CAC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25" t="18900" r="49028" b="6278"/>
          <a:stretch/>
        </p:blipFill>
        <p:spPr>
          <a:xfrm>
            <a:off x="348818" y="2401271"/>
            <a:ext cx="4820575" cy="43176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550C4C-3A32-460E-A1AB-87933B7A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38" t="27702" r="50000" b="28673"/>
          <a:stretch/>
        </p:blipFill>
        <p:spPr>
          <a:xfrm>
            <a:off x="7985541" y="2297921"/>
            <a:ext cx="3443349" cy="271796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09BD1AF-623B-4BFE-9DB8-77C0A26A9E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11" t="37014" r="38107" b="13786"/>
          <a:stretch/>
        </p:blipFill>
        <p:spPr>
          <a:xfrm>
            <a:off x="5280810" y="4313959"/>
            <a:ext cx="4190260" cy="2544041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6FC0987-0D1B-463E-855F-2FFB5035586E}"/>
              </a:ext>
            </a:extLst>
          </p:cNvPr>
          <p:cNvCxnSpPr>
            <a:cxnSpLocks/>
          </p:cNvCxnSpPr>
          <p:nvPr/>
        </p:nvCxnSpPr>
        <p:spPr>
          <a:xfrm flipV="1">
            <a:off x="3915052" y="2707690"/>
            <a:ext cx="3897298" cy="1365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E44DAF7-048F-4EBF-8E86-9510C1F8AFA4}"/>
              </a:ext>
            </a:extLst>
          </p:cNvPr>
          <p:cNvCxnSpPr/>
          <p:nvPr/>
        </p:nvCxnSpPr>
        <p:spPr>
          <a:xfrm flipV="1">
            <a:off x="3959441" y="4313959"/>
            <a:ext cx="1209952" cy="80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09970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Ejercicio 1 – </a:t>
            </a:r>
            <a:r>
              <a:rPr lang="es-ES" sz="4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Arrays</a:t>
            </a:r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de Estructuras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135D8-D025-42DE-944F-7A5148B10129}"/>
              </a:ext>
            </a:extLst>
          </p:cNvPr>
          <p:cNvSpPr txBox="1"/>
          <p:nvPr/>
        </p:nvSpPr>
        <p:spPr>
          <a:xfrm>
            <a:off x="647701" y="2821508"/>
            <a:ext cx="101564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A- Crear 5 vehículos, donde cada vehículo posee patente, año, color y precio. </a:t>
            </a:r>
          </a:p>
          <a:p>
            <a:r>
              <a:rPr lang="es-AR" dirty="0"/>
              <a:t>B- La carga de los vehículos debe ser por medio de un procedimiento.</a:t>
            </a:r>
          </a:p>
          <a:p>
            <a:r>
              <a:rPr lang="es-AR" dirty="0"/>
              <a:t>C- Crear un procedimiento para mostrar los vehículos.</a:t>
            </a:r>
          </a:p>
          <a:p>
            <a:r>
              <a:rPr lang="es-AR" dirty="0"/>
              <a:t>D- </a:t>
            </a:r>
            <a:r>
              <a:rPr lang="es-AR" dirty="0">
                <a:solidFill>
                  <a:srgbClr val="FF0000"/>
                </a:solidFill>
              </a:rPr>
              <a:t>Ordenar los vehículos por patente. </a:t>
            </a:r>
          </a:p>
          <a:p>
            <a:r>
              <a:rPr lang="es-AR" dirty="0"/>
              <a:t>E- Crear una función que valide las patentes, deben ser NNNLLL o LLNNNLL donde las L son letras y N números.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2305947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Ejercicio 2 – Estructuras anidadas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135D8-D025-42DE-944F-7A5148B10129}"/>
              </a:ext>
            </a:extLst>
          </p:cNvPr>
          <p:cNvSpPr txBox="1"/>
          <p:nvPr/>
        </p:nvSpPr>
        <p:spPr>
          <a:xfrm>
            <a:off x="647701" y="2821508"/>
            <a:ext cx="101564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00B050"/>
                </a:solidFill>
              </a:rPr>
              <a:t>Se tiene la estructura Empresa, Empleado y Fecha, las 3 anidadas. </a:t>
            </a:r>
          </a:p>
          <a:p>
            <a:r>
              <a:rPr lang="es-AR" dirty="0">
                <a:solidFill>
                  <a:srgbClr val="00B050"/>
                </a:solidFill>
              </a:rPr>
              <a:t>Se propone trabajar primero con Empleado y Fecha. Cada empleado posee 2 fechas, una de nacimiento y otra de ingreso a la empresa. </a:t>
            </a:r>
          </a:p>
          <a:p>
            <a:r>
              <a:rPr lang="es-AR" dirty="0">
                <a:solidFill>
                  <a:srgbClr val="00B050"/>
                </a:solidFill>
              </a:rPr>
              <a:t>Se pide cargar empleados en un vector. Mostrar los empleados. </a:t>
            </a:r>
            <a:r>
              <a:rPr lang="es-AR" dirty="0">
                <a:solidFill>
                  <a:srgbClr val="FF0000"/>
                </a:solidFill>
              </a:rPr>
              <a:t>Ordenarlos por sueldo</a:t>
            </a:r>
            <a:r>
              <a:rPr lang="es-AR" dirty="0"/>
              <a:t>. Ordenarlos por nombre. Validad su CUIT. Una vez terminado todo esto se pide crear un vector de empresas y generar los procedimientos cargar, mostrar y ordenar. </a:t>
            </a:r>
          </a:p>
          <a:p>
            <a:endParaRPr lang="es-AR" dirty="0"/>
          </a:p>
          <a:p>
            <a:r>
              <a:rPr lang="es-AR" dirty="0"/>
              <a:t>Se propone que sigan la estructura brindada en el PDF dado a continuación:</a:t>
            </a:r>
          </a:p>
          <a:p>
            <a:endParaRPr lang="es-AR" dirty="0"/>
          </a:p>
          <a:p>
            <a:pPr algn="ctr"/>
            <a:r>
              <a:rPr lang="es-AR" dirty="0"/>
              <a:t> </a:t>
            </a:r>
            <a:r>
              <a:rPr lang="es-AR" dirty="0">
                <a:hlinkClick r:id="rId2"/>
              </a:rPr>
              <a:t>https://1drv.ms/b/s!AgB0dw0E7wKakMwjjYVrhhhkwm13VQ</a:t>
            </a:r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92770285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Ejercicio 2 – Ayuda </a:t>
            </a:r>
            <a:r>
              <a:rPr lang="es-ES" sz="4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atoi</a:t>
            </a:r>
            <a:endParaRPr lang="es-ES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135D8-D025-42DE-944F-7A5148B10129}"/>
              </a:ext>
            </a:extLst>
          </p:cNvPr>
          <p:cNvSpPr txBox="1"/>
          <p:nvPr/>
        </p:nvSpPr>
        <p:spPr>
          <a:xfrm>
            <a:off x="647701" y="2821508"/>
            <a:ext cx="1015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34" t="19391" r="34519" b="19070"/>
          <a:stretch/>
        </p:blipFill>
        <p:spPr bwMode="auto">
          <a:xfrm>
            <a:off x="647701" y="2391705"/>
            <a:ext cx="5287107" cy="3726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54" t="19824" r="41154" b="18670"/>
          <a:stretch/>
        </p:blipFill>
        <p:spPr bwMode="auto">
          <a:xfrm>
            <a:off x="6962399" y="2625969"/>
            <a:ext cx="5076092" cy="3774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987961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642</TotalTime>
  <Words>473</Words>
  <Application>Microsoft Office PowerPoint</Application>
  <PresentationFormat>Panorámica</PresentationFormat>
  <Paragraphs>68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Estela de condensación</vt:lpstr>
      <vt:lpstr>U5:Estructuras</vt:lpstr>
      <vt:lpstr>U5:Estructuras</vt:lpstr>
      <vt:lpstr>U5:Estructuras</vt:lpstr>
      <vt:lpstr>U5:Estructuras</vt:lpstr>
      <vt:lpstr>U5:Estructuras</vt:lpstr>
      <vt:lpstr>U5:Estructuras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de computadoras</dc:title>
  <dc:creator>Nicolas Perez</dc:creator>
  <cp:lastModifiedBy>Nicolas Perez</cp:lastModifiedBy>
  <cp:revision>55</cp:revision>
  <dcterms:created xsi:type="dcterms:W3CDTF">2019-02-17T22:54:54Z</dcterms:created>
  <dcterms:modified xsi:type="dcterms:W3CDTF">2026-03-13T02:27:35Z</dcterms:modified>
</cp:coreProperties>
</file>